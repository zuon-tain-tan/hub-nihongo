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80" r:id="rId22"/>
    <p:sldId id="281" r:id="rId23"/>
    <p:sldId id="283" r:id="rId24"/>
    <p:sldId id="284" r:id="rId25"/>
    <p:sldId id="285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7" r:id="rId36"/>
    <p:sldId id="299" r:id="rId37"/>
    <p:sldId id="300" r:id="rId38"/>
    <p:sldId id="301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4" r:id="rId49"/>
    <p:sldId id="315" r:id="rId50"/>
    <p:sldId id="316" r:id="rId51"/>
    <p:sldId id="317" r:id="rId52"/>
    <p:sldId id="318" r:id="rId53"/>
    <p:sldId id="319" r:id="rId54"/>
    <p:sldId id="321" r:id="rId55"/>
    <p:sldId id="322" r:id="rId56"/>
    <p:sldId id="323" r:id="rId57"/>
    <p:sldId id="324" r:id="rId58"/>
    <p:sldId id="325" r:id="rId59"/>
    <p:sldId id="326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7" r:id="rId78"/>
    <p:sldId id="348" r:id="rId79"/>
    <p:sldId id="349" r:id="rId80"/>
    <p:sldId id="350" r:id="rId81"/>
    <p:sldId id="354" r:id="rId82"/>
    <p:sldId id="355" r:id="rId83"/>
    <p:sldId id="357" r:id="rId84"/>
    <p:sldId id="358" r:id="rId85"/>
    <p:sldId id="360" r:id="rId86"/>
    <p:sldId id="36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370" y="282575"/>
            <a:ext cx="6386830" cy="49142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458970" y="582041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sz="4000"/>
              <a:t>のぼります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180" y="5651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25645" y="5478145"/>
            <a:ext cx="406400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sz="4400"/>
              <a:t>とまります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930" y="1606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16120" y="522160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そうじします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4470" y="5988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63745" y="541147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せんたくします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4180" y="36131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250055" y="5430520"/>
            <a:ext cx="406400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/>
              <a:t>れんしゅうします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6690" y="28448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30445" y="5392420"/>
            <a:ext cx="406400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/>
              <a:t>なります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595" y="26606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078605" y="5316220"/>
            <a:ext cx="406400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/>
              <a:t>ねむい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9720" y="549275"/>
            <a:ext cx="6092190" cy="37338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362575" y="514540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つよい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245" y="979170"/>
            <a:ext cx="5369560" cy="338264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44695" y="528764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よわい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995" y="5226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82210" y="535432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ちょうしがいい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7030" y="1130935"/>
            <a:ext cx="5388610" cy="302069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831590" y="5116830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ちょうしがわるい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405" y="617855"/>
            <a:ext cx="6092190" cy="39243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364355" y="5173980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ゴルフ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0965" y="45593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92345" y="5392420"/>
            <a:ext cx="4064000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800"/>
              <a:t>すもう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2230" y="65532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78045" y="571563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sz="3600"/>
              <a:t>おちゃ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495" y="4083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058410" y="534479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かんぱい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3065" y="91313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749925" y="586359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ダイエット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385" y="6369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771515" y="5746750"/>
            <a:ext cx="1828800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800"/>
              <a:t>むり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0520" y="21272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67885" y="499300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からだにいい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4990" y="365125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177155" y="5427980"/>
            <a:ext cx="2342515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いります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998D15-CFE9-9F45-D9A9-845B9D16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6870" y="58928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84725" y="5513070"/>
            <a:ext cx="276098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しらべます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46037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21225" y="5417820"/>
            <a:ext cx="3046095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なおします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930" y="10299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318000" y="579945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しゅうりします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2430" y="78549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93590" y="5682615"/>
            <a:ext cx="239014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きもの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835" y="12528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328160" y="60115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おもいます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345" y="9315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060315" y="566166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いいます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100" y="60579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10430" y="551307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かちます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5920" y="4718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346700" y="568261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まけます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230" y="92202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86020" y="58845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あります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7030" y="10172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42180" y="569341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やくにたちます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87122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346700" y="556641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ふべん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730" y="446405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868545" y="5697220"/>
            <a:ext cx="406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すごい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8590" y="79629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487545" y="555561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ニュース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8807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424045" y="575691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スピーチ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295" y="83883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561840" y="548132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しあい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4520" y="53086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273040" y="5608955"/>
            <a:ext cx="406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こうつう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32956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11395" y="5668645"/>
            <a:ext cx="406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ひさしぶりですね。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0405" y="838835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5130" y="5715000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315" y="16002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434205" y="5067300"/>
            <a:ext cx="284607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はきます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1635" y="4997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90770" y="547052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かぶります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3790" y="42481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262245" y="5120640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めがねをかけます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61595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67885" y="543877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うまれます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975" y="54102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336540" y="5407025"/>
            <a:ext cx="406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コート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4635" y="91313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84725" y="561911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スーツ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885" y="1917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081905" y="496125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セーター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6545" y="149225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307205" y="5215890"/>
            <a:ext cx="406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ぼうし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4975" y="6686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466590" y="529018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めがね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108331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989705" y="5682616"/>
            <a:ext cx="5262245" cy="8217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r>
              <a:rPr lang="ja-JP" altLang="en-US" sz="3600"/>
              <a:t>おめでとうございます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7810" y="445770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132195" y="5396230"/>
            <a:ext cx="2545979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ききます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905" y="21336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34610" y="5386070"/>
            <a:ext cx="2309986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まわします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64770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028565" y="5502275"/>
            <a:ext cx="2234877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ひきます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045" y="52070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283200" y="5544820"/>
            <a:ext cx="2204528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かえます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1475" y="65786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262245" y="5661660"/>
            <a:ext cx="2294495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さわります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88138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69815" y="5650865"/>
            <a:ext cx="179840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でます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995" y="817245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29835" y="5944235"/>
            <a:ext cx="2268112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あるきます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4020" y="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65065" y="4823460"/>
            <a:ext cx="319552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わたります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4020" y="30797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34610" y="5407025"/>
            <a:ext cx="2965594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/>
              <a:t>きをつけます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2430" y="1917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169410" y="5067300"/>
            <a:ext cx="3413209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ひっこしします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7180" y="29781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90770" y="5194935"/>
            <a:ext cx="1932724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でんきや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7180" y="22288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98745" y="5131435"/>
            <a:ext cx="1391836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おと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885" y="-2114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04385" y="4855845"/>
            <a:ext cx="1917185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こしょう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4020" y="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84725" y="5205730"/>
            <a:ext cx="1311275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みち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680" y="29781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028565" y="5215890"/>
            <a:ext cx="234702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こうさてん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3500" y="65849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42180" y="5640705"/>
            <a:ext cx="2158952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しんごう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76454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65065" y="5300980"/>
            <a:ext cx="1703154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かど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3840" y="5092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24450" y="5555615"/>
            <a:ext cx="1241844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/>
              <a:t>はし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6225" y="6051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42180" y="5407025"/>
            <a:ext cx="3280386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 dirty="0"/>
              <a:t>ちゅうしゃじょ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6545" y="6267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442585" y="5629910"/>
            <a:ext cx="348615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おしょうがつ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680" y="6051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43475" y="542798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ごちそさまでした。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9380" y="598170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316730" y="5202555"/>
            <a:ext cx="2222093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たてもの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8710" y="9315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72710" y="56305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くれます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995" y="6559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97095" y="56686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つれていきます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4970" y="8553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06620" y="57067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つれてきます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270" y="5607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63185" y="503110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おくります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005" y="76073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048885" y="5497195"/>
            <a:ext cx="406400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/>
              <a:t>しょうかいします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7480" y="4654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231005" y="5373370"/>
            <a:ext cx="4064000" cy="7683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400"/>
              <a:t>あんないします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430" y="24701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297680" y="55162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せつめいします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295" y="39306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731385" y="534352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おじいさん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0520" y="54165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145405" y="544957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おばあさん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9905" y="56261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389245" y="567245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おかし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115" y="32956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25340" y="5109845"/>
            <a:ext cx="406400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/>
              <a:t>おべんとう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4925" y="676275"/>
            <a:ext cx="6092190" cy="4351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04790" y="576770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かんがえます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545" y="62674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275455" y="537527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つきます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090" y="3187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996815" y="5237480"/>
            <a:ext cx="406400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/>
              <a:t>とります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705" y="319405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816475" y="50463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いなか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6030" y="59817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803015" y="5354320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てんきん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515" y="570230"/>
            <a:ext cx="6092190" cy="43516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059555" y="5287645"/>
            <a:ext cx="4064000" cy="7067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4000"/>
              <a:t>がんばります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406</Words>
  <Application>Microsoft Office PowerPoint</Application>
  <PresentationFormat>Widescreen</PresentationFormat>
  <Paragraphs>86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tanie tanie</cp:lastModifiedBy>
  <cp:revision>16</cp:revision>
  <dcterms:created xsi:type="dcterms:W3CDTF">2024-08-09T02:26:00Z</dcterms:created>
  <dcterms:modified xsi:type="dcterms:W3CDTF">2026-05-03T03:53:54Z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93978A36BF0E4FCB93CFEE4A16EF7863_11</vt:lpwstr>
  </property>
  <property fmtid="{D5CDD505-2E9C-101B-9397-08002B2CF9AE}" pid="3" name="KSOProductBuildVer">
    <vt:lpwstr>1033-12.2.0.21546</vt:lpwstr>
  </property>
</Properties>
</file>